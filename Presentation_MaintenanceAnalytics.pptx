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</a:rPr>
              <a:t>OCP GROUP — SITE DAOUI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Maintenance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3C5FD"/>
                </a:solidFill>
              </a:rPr>
              <a:t>Application web de pilotage de la maintenance industrielle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383280"/>
            <a:ext cx="5760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AD4F5"/>
                </a:solidFill>
              </a:rPr>
              <a:t>Bureau de méthode  |  SAP PM  |  Google Sheets  |  IA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Pourquoi cette application a été développée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Données SAP dispersées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Les OTs, avis et PDR nécessitaient des exports manuels et des mises à jour périodiques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Pas de visibilité en temps 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328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Impossible de connaître l'état des OTs LANC/CRPR sans générer un rapport SAP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Suivi PDR 100% manuel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55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Disponibilité des pièces gérée par emails et appels téléphoniques, sans traçabilité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Demandes moteurs non structurées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Demandes informelles : papier, WhatsApp, email — pas de suivi, pas d'historique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Reporting chronophage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01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Préparation des rapports hebdomadaires : 2 à 3 heures chaque semaine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40680"/>
            <a:ext cx="11430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  Coordination difficile entre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247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Mécanique, électrique, instrumentation, installation et bureau de méthode travaillaient en silos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Objectifs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4 axes stratégiques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2194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65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3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</a:rPr>
              <a:t>Centralisation des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Connecter toutes les sources (SAP PM, Google Sheets) en un seul point d'accès visuel et interactif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02920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46303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Pilotage en 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KPIs actualisables à la demande : OTs LANC, CRPR, en retard, par poste, par installation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02920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Digitalisation des processus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Confirmation PDR en ligne • Demandes moteurs structurées • Workflow de validation et approbation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794760"/>
            <a:ext cx="557784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94760"/>
            <a:ext cx="50292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931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Communication automatisée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480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Rappels automatiques chaque mercredi • Notifications push • Chatbot IA de pilotage instantané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3 couches — données, logique,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926080" cy="1508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COUCHE DONNÉES — 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Feuille 'Travaux hebdomadaire' : OTs SAP (statuts, postes, PDR, réalisation)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562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Feuille 'Users' : gestion des utilisateurs et profils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9514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Feuilles 'Demandes' : moteurs électriques et interchangeables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1161288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71800"/>
            <a:ext cx="2926080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COUCHE LOGIQUE — Google Apps Script + 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Google Apps Script : lecture/écriture Sheets, envoi d'emails automatiques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0215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Vercel (serverless) : proxy sécurisé entre l'application et les Google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4106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Aucun serveur à maintenir — infrastructure 100% 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11612880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2926080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COUCHE PRÉSENTATION — Application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0915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Application web monopage (HTML / CSS / JavaScript)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148071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Interface responsive, accessible depuis n'importe quel navigateur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586983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Aucune installation requise — Chatbot IA intégré (Groq / LLaMA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Navigateur  →  Vercel (proxy)  →  Google Apps Script  →  Google Sheets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Profils Utilisateurs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7 profils — chaque service voit uniquement son périmètre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62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362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Accès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62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Responsabilité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116128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Accès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Validation demandes, paramètres globaux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13432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04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Responsable méthode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404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Lecture complète + CC emails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04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Supervision globale de la maintenance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9504"/>
            <a:ext cx="116128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80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Bureau de méthode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980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PDR spéciaux (keywords)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809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Réducteurs, pompes, moteurs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65576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57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Appro mécanique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57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PDR poste 421-MEC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570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Confirmation pièces mécaniques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41648"/>
            <a:ext cx="116128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1330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Appro électrique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1330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PDR poste 423-ELEC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33087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Confirmation pièces électriques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Appro installation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PDR poste 421-INST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091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Confirmation pièces installation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193792"/>
            <a:ext cx="1161288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285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Appro Instrumentation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85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PDR poste 423-REG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28523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Confirmation pièces instrumentation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76986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861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Interchangeable électrique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861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CC rappels + consultation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86130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Suivi des pièces interchangeables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KPIs en temps réel — vue d'ensemble instantanée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6576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807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OTs LANC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0AF"/>
                </a:solidFill>
              </a:rPr>
              <a:t>███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Lancés / en cours d'exécution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32588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325880"/>
            <a:ext cx="36576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3807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OTs CRPR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</a:rPr>
              <a:t>███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En cours de préparation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36576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3807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OTs Retard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2626"/>
                </a:solidFill>
              </a:rPr>
              <a:t>███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Non clôturés hors délai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3756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337560"/>
            <a:ext cx="3657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392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OTs CONF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</a:rPr>
              <a:t>███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Confirmés / clôturés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33756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333756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3392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Avis AOUV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███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En attente de création 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333756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3337560"/>
            <a:ext cx="3657600" cy="45720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392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Avis AENC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7A90"/>
                </a:solidFill>
              </a:rPr>
              <a:t>███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En cours de traitement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40AF"/>
                </a:solidFill>
              </a:rPr>
              <a:t>🔄  Bouton d'actualisation en haut à droite — rafraîchit toutes les données sans quitter la page en cours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Rapport — OTs 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Consultation complète des ordres de travail de la semaine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25880"/>
            <a:ext cx="594360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Filtres disponibles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Par poste de travail (421-MEC, 423-ELEC...)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Par statut système (LANC, CRPR, CONF, CLOT...)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Par statut utilisateur (ATPL, CRPR...)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Par installation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Recherche libre par mot-clé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Informations par 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20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N° d'ordre, objet technique,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23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Poste de travail et installation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Statut SAP (système + utilisateur)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29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PDR associée et statut de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931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Réalisation (Fait / Non fait)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Export et impression pour rapports hebdomadaires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98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💡  Bénéfice : accès immédiat à tous les OTs SAP sans connexion à SAP ni export manuel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Avis 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Suivi des avis en attente de traitement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requise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11612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137160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984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AOUV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9842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Avis ouvert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98424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Créer un OT dans SAP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11612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137160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624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AENC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24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Avis en cours de traitement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6243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Suivre l'avancement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54679"/>
            <a:ext cx="11612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154679"/>
            <a:ext cx="137160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264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264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Avis clôturé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2644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Historique — aucune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Indicateurs affichés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•  Nombre total d'avis AOUV + AENC (en attente 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•  Répartition par poste de travail et par installation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•  Liste des avis les plus anciens — priorités de traitement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98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💡  Plus aucun avis oublié dans SAP — visibilité temps réel sur tous les avis du 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PDR — Pièces de Rechange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Le cœur opérationnel de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9144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⚠  Avant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7160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La disponibilité des PDR se gérait par téléphone et email. Les OTs étaient bloqués faute de confirmation à temps. Pas de traçabilité.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Affectation intelligente par poste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356616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356616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626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421-MEC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6499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mécanique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926080"/>
            <a:ext cx="356616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2926080"/>
            <a:ext cx="35661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9626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423-ELEC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36499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électrique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926080"/>
            <a:ext cx="356616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926080"/>
            <a:ext cx="356616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9626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421-INST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6499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installation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548640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54864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714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423-REG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737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Instrumentation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34840"/>
            <a:ext cx="548640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434840"/>
            <a:ext cx="54864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4714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Réducteur / Pompe / Moteur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8737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Bureau de méthode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PDR — Statuts de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4 statuts pour une traçabilité complète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6692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En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La pièce est disponible en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Confirmation immédiate — OT peut démarrer.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66928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6692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Non 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La pièce est manquante.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Délai de livraison estimé renseigné.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566928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566928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💬 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Information partielle — complément nécessaire.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Sauvegardable SANS choisir un statut.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566928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5669280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⏳  En attente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Aucune réponse encore.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Rappel automatique envoyé chaque mercredi.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309360"/>
            <a:ext cx="1161288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PDR — Workflow de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De la détection à la confirmation en quelques clics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0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1168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3560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Export 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Les données SAP PM sont exportées dans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048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Google Sheets chaque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325880"/>
            <a:ext cx="54864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1168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3560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Détection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965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L'application identifie tous les 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048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avec PDR renseignée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25880"/>
            <a:ext cx="54864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01168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43560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Affichage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965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Chaque service voit uniquement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4048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ses PDR à confirmer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0332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54864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Confirmation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343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Le service appro confirme : En stock,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782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Non disponible ou Observation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59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0332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703320"/>
            <a:ext cx="54864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59" y="438912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Sauvegarde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343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Donnée enregistrée dans Google Sheets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782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(colonnes T et 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703320"/>
            <a:ext cx="36576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3703320"/>
            <a:ext cx="548640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4389120"/>
            <a:ext cx="475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Visibilité immédiate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343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Bureau de méthode voit la confirmation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782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en temps réel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Rappels Automatiques par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Chaque mercredi à 08h00 — sans intervention humaine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1005840"/>
          </a:xfrm>
          <a:prstGeom prst="rect">
            <a:avLst/>
          </a:prstGeom>
          <a:solidFill>
            <a:srgbClr val="E0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🕗  Déclenchement automatique : chaque mercredi à 08h00 via Google Apps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Le script scanne tous les OTs actifs (LANC/CRPR) avec PDR sans confirmation et envoie les rappels.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Destinataires par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CC systématique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6692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90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421-MEC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mécanique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84448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423-ELEC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657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électrique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51376"/>
            <a:ext cx="56692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24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421-INST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2245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installation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18304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7914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423-REG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7914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Appro Instrumentation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486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0906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📋  Responsable méthode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730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📋  Interchangeable électrique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Contenu de l'email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Tableau récapitulatif : N° OT  •  Objet technique  •  Description  •  PDR demandée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Demandes Moteurs Électriques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Digitalisation des demandes de remplacement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25880"/>
            <a:ext cx="594360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Formulaire de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📝  Type : Pose (nouveau) ou Réparation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📝  Installation et objet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📝  Puissance (kW), tension (V), vitesse (tr/min)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📝  Description de l'anomalie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📝  Matricule et nom du demandeur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Workflow de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38528"/>
            <a:ext cx="5486400" cy="8686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93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Pose (nouveau moteur)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04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→ Approbation Admin requise
→ Email de notification envoyé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44368"/>
            <a:ext cx="5486400" cy="868680"/>
          </a:xfrm>
          <a:prstGeom prst="rect">
            <a:avLst/>
          </a:prstGeom>
          <a:solidFill>
            <a:srgbClr val="E0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999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Réparation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101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→ Approbation automatique
→ Urgence opérationnelle prioritaire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Suivi en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4074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Statut : En attente / Approuvé / Refusé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8646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Historique complet avec 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218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Justification admin en cas de refus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Chatbot IA Intégré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Un assistant intelligent disponible 24h/24 — Powered by Groq / LLaMA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25880"/>
            <a:ext cx="594360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Ce que le chatbot connaît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Tous les KPIs du tableau de bord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OTs LANC et CRPR — répartition par poste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Statut des PDR (en attente / confirmées)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Données des avis SAP (AOUV, AENC)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Planning de la semaine en cours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Contexte mis à jour à chaque actualisation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Exemples de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38528"/>
            <a:ext cx="548640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40AF"/>
                </a:solidFill>
              </a:rPr>
              <a:t>"Combien d'OTs sont en attente de PDR 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44368"/>
            <a:ext cx="548640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175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40AF"/>
                </a:solidFill>
              </a:rPr>
              <a:t>"Répartition des OTs LANC par corps de métier 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50208"/>
            <a:ext cx="548640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40AF"/>
                </a:solidFill>
              </a:rPr>
              <a:t>"Quels sont les OTs CRPR du poste 421-MEC ?"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956048"/>
            <a:ext cx="548640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029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40AF"/>
                </a:solidFill>
              </a:rPr>
              <a:t>"Combien d'avis sont en attente de traitement 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🤖  Icône robot animé flottante — accessible depuis toutes les pages de l'application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Arrêts Planifiés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Suivi et pilotage des arrêts de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49039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Calendrier des arrêts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Vue mensuelle par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32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Durée, type, équipement concerné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9815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Statut : planifié / en cours / terminé / reporté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3749039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Marquage Reporté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Arrêt marqué 'Reporté' directement depuis l'app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32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Mise à jour automatique dans Google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99815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Traçabilité complète avec date de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25880"/>
            <a:ext cx="3749039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25880"/>
            <a:ext cx="3749039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Indicateurs de pilotage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Nombre d'arrêts planifiés sur la période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32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Taux de réalisation vs planification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99815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•  Arrêts reportés — suivi des glissements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98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💡  Les équipes terrain peuvent signaler un report sans passer par une réunion ou un email — traçabilité instantanée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Suivi des Réalisations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Clôture des OTs en temps réel — sans passer par SAP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Comment ça fonctionne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Le technicien ou chef d'équipe ouvre l'OT dans l'application → sélectionne Fait ou Non Fait → la valeur est enregistrée dans Google Sheets (colonne O) → visible immédiatement par le bureau de méthode.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5669280" cy="1920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56692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895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FAIT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OT réalisé dans les délais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953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Marqué et tracé avec horodatage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5669280" cy="1920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6692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8895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NON FAIT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OT non réalisé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953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Analyse des causes facilitée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Bénéfices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Taux de réalisation hebdomadaire calculé automatiquement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Identification rapide des OTs non réalisés — plan d'action immédiat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→  Rapport de réalisation généré sans saisie manuelle supplémentaire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Notifications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Rester informé en temps réel — même sans avoir l'application ouverte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Déclencheurs de notification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161288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18288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🔔  Nouvelle demande moteur soumise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Admin notifié immédiatement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8288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🔔  Demande approuvée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Demandeur notifié avec confirmation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1161288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18288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🔔  Demande refusée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Demandeur notifié avec justification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60520"/>
            <a:ext cx="18288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🔔  PDR confirmée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Bureau de méthode notifié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Caractéristiques 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Notifications push navigateur — fonctionne même si l'onglet est fermé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161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Aucune application mobile nécessaire — compatible PC et 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02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✓  Abonnement par profil utilisateur — chaque service reçoit ses notifications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Sécurité &amp; 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Une application sécurisée — données protégées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49039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Authentification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65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Accès par profil utilisateur géré dans la feuille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Chaque utilisateur voit uniquement les données de son périmètre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2043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Pas d'accès croisé entre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3749039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749039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Protection des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Feuille Users : accès restreint (non public)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43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Dépôt de code source : GitHub privé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2043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Clés API gérées côté serveur — non exposées dans le code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25880"/>
            <a:ext cx="3749039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2588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Infrastructure sécurisée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965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Hébergement Vercel : HTTPS obligatoire sur tous les échanges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Google Apps Script : exécution avec compte autorisé uniquement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52043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 Aucune donnée stockée hors de l'environnement OCP Google Workspace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Bénéfices &amp; Gains Mesurables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Ce que Maintenance Analytics change concrètement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Gains de temps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16128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828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Après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116128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67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Rapport hebdomadaire 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267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⏱  2-3 heures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677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 5 minutes (actualisation)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163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Suivi PDR par poste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816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⏱  30 min emails/appels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163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 Temps réel sur l'écran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39"/>
            <a:ext cx="116128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6499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Demande de moteur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3649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⏱  Formulaire papier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36499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 Formulaire numérique direct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40479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1363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Rappel confirmation PDR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39136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⏱  Manuel chaque semaine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91363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 Automatique chaque mercredi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89120"/>
            <a:ext cx="116128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Réponse 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4462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⏱  Consultation SAP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4622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 Chatbot instantané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20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Gains qualitatifs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32120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→  Traçabilité complète de toutes les actions (PDR, demandes, réalisations)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7959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→  Coordination améliorée entre services • Réactivité augmentée grâce aux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227064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→  Zéro email informel pour demandes et confirmations PDR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Une base solide — des évolutions continues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Maintenance Analytics  |  OCP Group — Site Daoui  |  Bureau de méthode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760720" cy="4892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5778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80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Opérationnel aujourd'hui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01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Tableau de bord temps réel (OTs, Avis, KPIs)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140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Suivi PDR avec confirmation multi-service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Rappels automatiques email (4 services + CC)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1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Demandes moteurs avec workflow de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502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Chatbot IA de pilotage (Groq / LLaMA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622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Notifications push navigateur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743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Suivi des réalisations hebdomadaires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4864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✓  Calendrier des arrêts planifiés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7607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80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Évolutions envisageables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019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Tableaux analytiques avancés (tendances multi-semaines)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1401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Application mobile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26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Connexion directe SAP (sans export manuel)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4381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Génération automatique de rapports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9502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Escalade auto pour PDR non confirmées après X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6227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Module gestion de stock pièces de rechange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7433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◦  Tableau de bord direction avec synthèse mensuelle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00800"/>
            <a:ext cx="1161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