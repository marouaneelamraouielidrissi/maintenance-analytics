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6784848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5486400" cy="54864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14630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GROUP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Utilisateur  ·  Bureau de Méthode Daoui  ·  SAP PM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5486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Maintenance Analytics · OCP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application, 3 modules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Analytics — Bureau de Méthode Daoui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291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329184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828800"/>
            <a:ext cx="914400" cy="9144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8562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SAP PM mensuels et annuels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291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508760"/>
            <a:ext cx="3291840" cy="640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8562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charge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planifiés par semaine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1508760"/>
            <a:ext cx="3291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508760"/>
            <a:ext cx="329184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0" y="182880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8562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1248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 Électriques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5820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demandes de moteurs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Analytics — OCP  |  Bureau de Méthode Daoui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6537960"/>
            <a:ext cx="1182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Indicateurs SAP PM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08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automatique aux données SAP (Google Sheets)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40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KPI : taux de réalisation, OT planifiés, OT réalisés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71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mensuels et vue annuelle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67328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03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du mois et de l'année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164592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572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réalisation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4572000"/>
            <a:ext cx="1645920" cy="548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4572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Planifiés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4572000"/>
            <a:ext cx="1645920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4572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Réalisés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234440"/>
            <a:ext cx="5303520" cy="3474720"/>
          </a:xfrm>
          <a:prstGeom prst="rect">
            <a:avLst/>
          </a:prstGeom>
          <a:solidFill>
            <a:srgbClr val="F0F9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400800" y="2743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— 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Analytics — OCP  |  Bureau de Méthode Daoui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6537960"/>
            <a:ext cx="1182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PLAN DE CHARGE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charge — Consultation des OT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474720"/>
          </a:xfrm>
          <a:prstGeom prst="rect">
            <a:avLst/>
          </a:prstGeom>
          <a:solidFill>
            <a:srgbClr val="F0F9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— Plan de charge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72768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508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l'année et de la semaine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350008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automatique depuis SAP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154680"/>
            <a:ext cx="56692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154680"/>
            <a:ext cx="566928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du tableau 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56692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794760"/>
            <a:ext cx="5669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de travail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6692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technique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4343400"/>
            <a:ext cx="5669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617720"/>
            <a:ext cx="56692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892040"/>
            <a:ext cx="5669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d'ordre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5166360"/>
            <a:ext cx="56692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Analytics — OCP  |  Bureau de Méthode Daoui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6537960"/>
            <a:ext cx="1182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PLAN DE CHARGE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charge — Filtres &amp; Export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3832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33832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81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Filtrer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395728"/>
            <a:ext cx="109728" cy="1097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86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de travail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35808"/>
            <a:ext cx="109728" cy="1097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d'ordre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75888"/>
            <a:ext cx="109728" cy="1097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566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315968"/>
            <a:ext cx="109728" cy="1097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206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technique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1508760"/>
            <a:ext cx="33832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1508760"/>
            <a:ext cx="33832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581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Exporter Excel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0" y="2395728"/>
            <a:ext cx="109728" cy="1097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286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.xlsx nommé automatiquement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035808"/>
            <a:ext cx="109728" cy="1097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Plan_de_charge_YYYY_SNN.xlsx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1508760"/>
            <a:ext cx="33832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2D1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1508760"/>
            <a:ext cx="3383280" cy="548640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581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Exporter PDF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412480" y="2395728"/>
            <a:ext cx="109728" cy="10972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2286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optimisée A4 paysage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3035808"/>
            <a:ext cx="109728" cy="10972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13648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entête de document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Analytics — OCP  |  Bureau de Méthode Daoui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0" y="6537960"/>
            <a:ext cx="1182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MOTEURS ÉLECTRIQUES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 Électriques — Soumettre une demande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de demande 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6692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73152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568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2494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d'un moteur existant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566928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65836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340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0266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 nouveau moteur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669280" cy="658368"/>
          </a:xfrm>
          <a:prstGeom prst="rect">
            <a:avLst/>
          </a:prstGeom>
          <a:solidFill>
            <a:srgbClr val="FFEDD5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74720"/>
            <a:ext cx="73152" cy="65836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38039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d'un moteur en réparation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requises 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13258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20240" y="4754880"/>
            <a:ext cx="13258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4754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technique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4754880"/>
            <a:ext cx="13258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754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4754880"/>
            <a:ext cx="13258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754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13258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166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0240" y="5166360"/>
            <a:ext cx="13258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5166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5166360"/>
            <a:ext cx="13258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5166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5166360"/>
            <a:ext cx="13258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5166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1280160"/>
            <a:ext cx="5303520" cy="3840480"/>
          </a:xfrm>
          <a:prstGeom prst="rect">
            <a:avLst/>
          </a:prstGeom>
          <a:solidFill>
            <a:srgbClr val="F0F9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400800" y="2606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400800" y="3063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— Formulaire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Analytics — OCP  |  Bureau de Méthode Daoui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0" y="6537960"/>
            <a:ext cx="1182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MOTEURS ÉLECTRIQUES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 Électriques — Suivi des demandes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657600"/>
          </a:xfrm>
          <a:prstGeom prst="rect">
            <a:avLst/>
          </a:prstGeom>
          <a:solidFill>
            <a:srgbClr val="F0F9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— Suivi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72768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5087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Installation, Matricule, Demandeur, Statut…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31343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: Envoyée → Approuvée / Refusée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182112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311810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réparation : En attente → En réparation → Réparé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986784"/>
            <a:ext cx="137160" cy="137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392277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email automatiques à chaque changement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4800600"/>
            <a:ext cx="56692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4800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des statuts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5120640"/>
            <a:ext cx="164592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512064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19288" y="5120640"/>
            <a:ext cx="1645920" cy="3657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9288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65208" y="512064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912096" y="5120640"/>
            <a:ext cx="1645920" cy="3657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12096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Refusée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Analytics — OCP  |  Bureau de Méthode Daoui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0" y="6537960"/>
            <a:ext cx="1182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ADMINISTRATION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Panneau de gestion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035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53035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admin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53035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85416"/>
            <a:ext cx="118872" cy="1188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574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sécurisé par mot de passe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843784"/>
            <a:ext cx="118872" cy="1188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157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ou refuser les demandes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53035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502152"/>
            <a:ext cx="118872" cy="1188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741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l'état de réparation du moteur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160520"/>
            <a:ext cx="118872" cy="1188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3250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globales : total, approuvées, refusées, en cours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1463040"/>
            <a:ext cx="5303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463040"/>
            <a:ext cx="53035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984248"/>
            <a:ext cx="5303520" cy="56692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207568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0756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 soumet la demande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2642616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2734056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7340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reçoit un email de notification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3300984"/>
            <a:ext cx="5303520" cy="56692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0528" y="3392424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33924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approuve ou refuse via le panneau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3959352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405079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40507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 reçoit un email de mise à jour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Analytics — OCP  |  Bureau de Méthode Daoui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0" y="6537960"/>
            <a:ext cx="1182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pour mobile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n'importe quel smartphone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2120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2377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731520" cy="7315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S'adapte à toutes les tailles d'écran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2120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17320"/>
            <a:ext cx="73152" cy="2377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40280"/>
            <a:ext cx="731520" cy="7315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cartes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converti en cartes lisibles sur petit écran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2120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14800"/>
            <a:ext cx="73152" cy="23774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937760"/>
            <a:ext cx="731520" cy="7315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à l'écran d'accueil comme une app native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4114800"/>
            <a:ext cx="52120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2D1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4114800"/>
            <a:ext cx="73152" cy="23774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937760"/>
            <a:ext cx="731520" cy="731520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0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synchronisées en temps réel avec Google Sheets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Analytics — OCP  |  Bureau de Méthode Daoui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6537960"/>
            <a:ext cx="1182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6784848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914400"/>
            <a:ext cx="5486400" cy="5486400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utiliser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31520" y="1536192"/>
            <a:ext cx="3657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965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l'URL de l'application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24128" y="2560320"/>
            <a:ext cx="27432" cy="548640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089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1546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votre module (Dashboard / Plan de charge / Moteurs Électriques)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24128" y="3749040"/>
            <a:ext cx="27432" cy="548640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976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3434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se chargent automatiquement depuis SAP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5852160"/>
            <a:ext cx="11274552" cy="64008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8521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 Contactez le Bureau de Méthode Daoui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0" y="6537960"/>
            <a:ext cx="1182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Analytics — Guide Utilisateur</dc:title>
  <dc:subject>PptxGenJS Presentation</dc:subject>
  <dc:creator>Bureau de Méthode Daoui</dc:creator>
  <cp:lastModifiedBy>Bureau de Méthode Daoui</cp:lastModifiedBy>
  <cp:revision>1</cp:revision>
  <dcterms:created xsi:type="dcterms:W3CDTF">2026-03-30T15:34:52Z</dcterms:created>
  <dcterms:modified xsi:type="dcterms:W3CDTF">2026-03-30T15:34:52Z</dcterms:modified>
</cp:coreProperties>
</file>